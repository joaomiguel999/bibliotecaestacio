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00_83C72577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6858000" cy="9906000" type="A4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671A82-8F17-BBE2-DFFE-FF51C379EBD2}" name="Rosangela Fátima José de Macedo" initials="RFJdM" userId="S::rosangela.macedo@yduqs.com.br::73f31e72-6bcc-45cf-ae26-031e5934127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3657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24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omments/modernComment_100_83C725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31D17AC-F1FB-46F0-AEF2-1497141D97FE}" authorId="{9A671A82-8F17-BBE2-DFFE-FF51C379EBD2}" created="2023-06-30T15:43:21.47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10866551" sldId="256"/>
      <ac:spMk id="7" creationId="{E8472385-DFE4-8134-E9C8-1C1FBCB286BF}"/>
    </ac:deMkLst>
    <p188:txBody>
      <a:bodyPr/>
      <a:lstStyle/>
      <a:p>
        <a:r>
          <a:rPr lang="pt-BR"/>
          <a:t>Biblioteca que possui REGLETE ou outro equipamento/item incluir.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22.08.2023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22.08.2023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22.08.2023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18/10/relationships/comments" Target="../comments/modernComment_100_83C725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C8F24B22-BF4F-6E0C-1867-08F052BF4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69" y="6621272"/>
            <a:ext cx="6861424" cy="3280979"/>
          </a:xfrm>
          <a:prstGeom prst="rect">
            <a:avLst/>
          </a:prstGeom>
        </p:spPr>
      </p:pic>
      <p:pic>
        <p:nvPicPr>
          <p:cNvPr id="5" name="Imagem 5" descr="Texto&#10;&#10;Descrição gerada automaticamente">
            <a:extLst>
              <a:ext uri="{FF2B5EF4-FFF2-40B4-BE49-F238E27FC236}">
                <a16:creationId xmlns:a16="http://schemas.microsoft.com/office/drawing/2014/main" id="{F79AFE30-1F27-FDCD-42AA-A54F6C3F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01" y="7116582"/>
            <a:ext cx="1544550" cy="43319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D69A18E-D766-35AC-D006-0A8D9EBA66E9}"/>
              </a:ext>
            </a:extLst>
          </p:cNvPr>
          <p:cNvSpPr txBox="1"/>
          <p:nvPr/>
        </p:nvSpPr>
        <p:spPr>
          <a:xfrm>
            <a:off x="1052242" y="679482"/>
            <a:ext cx="4751797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400" b="1" u="sng" dirty="0">
                <a:ea typeface="+mn-lt"/>
                <a:cs typeface="+mn-lt"/>
              </a:rPr>
              <a:t>ACESSIBILIDADE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472385-DFE4-8134-E9C8-1C1FBCB286BF}"/>
              </a:ext>
            </a:extLst>
          </p:cNvPr>
          <p:cNvSpPr txBox="1"/>
          <p:nvPr/>
        </p:nvSpPr>
        <p:spPr>
          <a:xfrm>
            <a:off x="701040" y="2039233"/>
            <a:ext cx="5715000" cy="4462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600" b="1" dirty="0">
                <a:ea typeface="+mn-lt"/>
                <a:cs typeface="+mn-lt"/>
              </a:rPr>
              <a:t>A Biblioteca disponibiliza </a:t>
            </a:r>
            <a:r>
              <a:rPr lang="pt-BR" sz="2600" b="1" dirty="0" smtClean="0">
                <a:ea typeface="+mn-lt"/>
                <a:cs typeface="+mn-lt"/>
              </a:rPr>
              <a:t>os </a:t>
            </a:r>
            <a:r>
              <a:rPr lang="pt-BR" sz="2600" b="1" dirty="0">
                <a:ea typeface="+mn-lt"/>
                <a:cs typeface="+mn-lt"/>
              </a:rPr>
              <a:t>itens </a:t>
            </a:r>
            <a:r>
              <a:rPr lang="pt-BR" sz="2600" b="1" dirty="0" smtClean="0">
                <a:ea typeface="+mn-lt"/>
                <a:cs typeface="+mn-lt"/>
              </a:rPr>
              <a:t>descritos abaixo:</a:t>
            </a:r>
          </a:p>
          <a:p>
            <a:pPr algn="just"/>
            <a:endParaRPr lang="pt-BR" sz="2600" b="1" dirty="0">
              <a:ea typeface="+mn-lt"/>
              <a:cs typeface="+mn-lt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sz="2600" b="1" dirty="0">
                <a:ea typeface="+mn-lt"/>
                <a:cs typeface="+mn-lt"/>
              </a:rPr>
              <a:t>Teclado em </a:t>
            </a:r>
            <a:r>
              <a:rPr lang="pt-BR" sz="2600" b="1" dirty="0" smtClean="0">
                <a:ea typeface="+mn-lt"/>
                <a:cs typeface="+mn-lt"/>
              </a:rPr>
              <a:t>braile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sz="2600" b="1" dirty="0" smtClean="0">
                <a:ea typeface="+mn-lt"/>
                <a:cs typeface="+mn-lt"/>
              </a:rPr>
              <a:t> Lupa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sz="2600" b="1" dirty="0" smtClean="0">
                <a:ea typeface="+mn-lt"/>
                <a:cs typeface="+mn-lt"/>
              </a:rPr>
              <a:t> </a:t>
            </a:r>
            <a:r>
              <a:rPr lang="pt-BR" sz="2600" b="1" dirty="0" err="1" smtClean="0">
                <a:ea typeface="+mn-lt"/>
                <a:cs typeface="+mn-lt"/>
              </a:rPr>
              <a:t>Reglete</a:t>
            </a:r>
            <a:endParaRPr lang="pt-BR" sz="2600" b="1" dirty="0">
              <a:ea typeface="+mn-lt"/>
              <a:cs typeface="+mn-lt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sz="2600" b="1" dirty="0" smtClean="0">
                <a:ea typeface="+mn-lt"/>
                <a:cs typeface="+mn-lt"/>
              </a:rPr>
              <a:t>Fones </a:t>
            </a:r>
            <a:r>
              <a:rPr lang="pt-BR" sz="2600" b="1">
                <a:ea typeface="+mn-lt"/>
                <a:cs typeface="+mn-lt"/>
              </a:rPr>
              <a:t>de </a:t>
            </a:r>
            <a:r>
              <a:rPr lang="pt-BR" sz="2600" b="1" smtClean="0">
                <a:ea typeface="+mn-lt"/>
                <a:cs typeface="+mn-lt"/>
              </a:rPr>
              <a:t>ouvido</a:t>
            </a:r>
            <a:endParaRPr lang="pt-BR" sz="2600" b="1" dirty="0">
              <a:ea typeface="+mn-lt"/>
              <a:cs typeface="+mn-lt"/>
            </a:endParaRPr>
          </a:p>
          <a:p>
            <a:pPr algn="ctr"/>
            <a:endParaRPr lang="pt-BR" sz="2600" b="1" dirty="0">
              <a:ea typeface="+mn-lt"/>
              <a:cs typeface="+mn-lt"/>
            </a:endParaRPr>
          </a:p>
          <a:p>
            <a:pPr algn="just"/>
            <a:r>
              <a:rPr lang="pt-BR" sz="2600" b="1" dirty="0">
                <a:ea typeface="+mn-lt"/>
                <a:cs typeface="+mn-lt"/>
              </a:rPr>
              <a:t>Maiores informações no </a:t>
            </a:r>
            <a:r>
              <a:rPr lang="pt-BR" sz="2600" b="1" dirty="0" smtClean="0">
                <a:ea typeface="+mn-lt"/>
                <a:cs typeface="+mn-lt"/>
              </a:rPr>
              <a:t>balcão de atendimento.</a:t>
            </a:r>
            <a:endParaRPr lang="pt-BR" sz="2600" b="1" dirty="0">
              <a:ea typeface="+mn-lt"/>
              <a:cs typeface="+mn-lt"/>
            </a:endParaRPr>
          </a:p>
          <a:p>
            <a:pPr algn="ctr"/>
            <a:endParaRPr lang="pt-BR" sz="2400" b="1" dirty="0">
              <a:latin typeface="Montserrat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4"/>
    </p:ext>
  </p:extLs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6bda6c-6320-4e92-86fe-569318891f30">
      <Terms xmlns="http://schemas.microsoft.com/office/infopath/2007/PartnerControls"/>
    </lcf76f155ced4ddcb4097134ff3c332f>
    <TaxCatchAll xmlns="42219644-b522-4b37-a9ad-0854aee10e0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27272519147B4A95E0E55CF41446EE" ma:contentTypeVersion="15" ma:contentTypeDescription="Crie um novo documento." ma:contentTypeScope="" ma:versionID="05d63195f86f1df7af423615c59c4d6b">
  <xsd:schema xmlns:xsd="http://www.w3.org/2001/XMLSchema" xmlns:xs="http://www.w3.org/2001/XMLSchema" xmlns:p="http://schemas.microsoft.com/office/2006/metadata/properties" xmlns:ns2="366bda6c-6320-4e92-86fe-569318891f30" xmlns:ns3="42219644-b522-4b37-a9ad-0854aee10e08" targetNamespace="http://schemas.microsoft.com/office/2006/metadata/properties" ma:root="true" ma:fieldsID="bc88c0c7aa727ff568a95c6bf48b846a" ns2:_="" ns3:_="">
    <xsd:import namespace="366bda6c-6320-4e92-86fe-569318891f30"/>
    <xsd:import namespace="42219644-b522-4b37-a9ad-0854aee10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6bda6c-6320-4e92-86fe-569318891f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a0cc33bb-f423-4bc4-9547-323bb343d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219644-b522-4b37-a9ad-0854aee10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4f4aa9c-7028-4b58-bcf0-071854ab9b7d}" ma:internalName="TaxCatchAll" ma:showField="CatchAllData" ma:web="42219644-b522-4b37-a9ad-0854aee10e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CE880A-90CE-46F7-8E18-B898E7EACFFD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366bda6c-6320-4e92-86fe-569318891f30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42219644-b522-4b37-a9ad-0854aee10e08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4AEA228-F150-49B7-ADAB-A0989B2773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FAA82F-C7D8-4C1D-A278-CDBCD8D84C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6bda6c-6320-4e92-86fe-569318891f30"/>
    <ds:schemaRef ds:uri="42219644-b522-4b37-a9ad-0854aee10e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26</Words>
  <Application>Microsoft Office PowerPoint</Application>
  <PresentationFormat>Papel A4 (210 x 297 mm)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Wingdings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Rosangela Fátima José de Macedo</dc:creator>
  <cp:lastModifiedBy>Sandro Ferreira Gonsioroski da Silva</cp:lastModifiedBy>
  <cp:revision>65</cp:revision>
  <cp:lastPrinted>2023-08-21T21:18:48Z</cp:lastPrinted>
  <dcterms:created xsi:type="dcterms:W3CDTF">2023-06-07T13:17:37Z</dcterms:created>
  <dcterms:modified xsi:type="dcterms:W3CDTF">2023-08-22T20:36:00Z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0x0101004427272519147B4A95E0E55CF41446EE</vt:lpwstr>
  </property>
  <property fmtid="{D5CDD505-2E9C-101B-9397-08002B2CF9AE}" pid="3" name="MediaServiceImageTags">
    <vt:lpwstr/>
  </property>
</Properties>
</file>
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6858000" cy="9906000" type="A4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BD01A0-298D-B91D-A9BD-4DCFBD839200}" v="3" dt="2023-07-14T14:06:28.969"/>
    <p1510:client id="{735DC415-60DE-41D5-B171-D03C8718C9C7}" v="16" dt="2023-07-14T14:03:58.901"/>
    <p1510:client id="{98A62657-91B4-416A-A0C0-9F1329CFC6C5}" v="1" dt="2023-06-28T22:54:28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6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8F24B22-BF4F-6E0C-1867-08F052BF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9" y="6621272"/>
            <a:ext cx="6861424" cy="3280979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F79AFE30-1F27-FDCD-42AA-A54F6C3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01" y="7116582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69A18E-D766-35AC-D006-0A8D9EBA66E9}"/>
              </a:ext>
            </a:extLst>
          </p:cNvPr>
          <p:cNvSpPr txBox="1"/>
          <p:nvPr/>
        </p:nvSpPr>
        <p:spPr>
          <a:xfrm>
            <a:off x="791645" y="757889"/>
            <a:ext cx="514243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400" b="1" u="sng" dirty="0">
                <a:ea typeface="Verdana" panose="020B0604030504040204" pitchFamily="34" charset="0"/>
                <a:cs typeface="+mn-lt"/>
              </a:rPr>
              <a:t>NVDA - ACESSIBILIDADE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472385-DFE4-8134-E9C8-1C1FBCB286BF}"/>
              </a:ext>
            </a:extLst>
          </p:cNvPr>
          <p:cNvSpPr txBox="1"/>
          <p:nvPr/>
        </p:nvSpPr>
        <p:spPr>
          <a:xfrm>
            <a:off x="577516" y="2033220"/>
            <a:ext cx="5759116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355600" algn="just"/>
            <a:r>
              <a:rPr lang="pt-BR" sz="2600" b="1" dirty="0">
                <a:ea typeface="Verdana"/>
                <a:cs typeface="+mn-lt"/>
              </a:rPr>
              <a:t>A Biblioteca disponibiliza para as pessoas com deficiência visual o sistema NVDA, que possibilita o uso do computador através de síntese de voz. </a:t>
            </a:r>
            <a:endParaRPr lang="pt-BR" sz="2600" b="1" dirty="0" smtClean="0">
              <a:ea typeface="Verdana"/>
              <a:cs typeface="+mn-lt"/>
            </a:endParaRPr>
          </a:p>
          <a:p>
            <a:pPr indent="355600" algn="just"/>
            <a:endParaRPr lang="pt-BR" sz="2600" b="1" dirty="0" smtClean="0">
              <a:ea typeface="Verdana"/>
              <a:cs typeface="+mn-lt"/>
            </a:endParaRPr>
          </a:p>
          <a:p>
            <a:pPr indent="355600" algn="just"/>
            <a:r>
              <a:rPr lang="pt-BR" sz="2600" b="1" dirty="0" smtClean="0">
                <a:ea typeface="Verdana"/>
                <a:cs typeface="+mn-lt"/>
              </a:rPr>
              <a:t>Os </a:t>
            </a:r>
            <a:r>
              <a:rPr lang="pt-BR" sz="2600" b="1" dirty="0">
                <a:ea typeface="Verdana"/>
                <a:cs typeface="+mn-lt"/>
              </a:rPr>
              <a:t>livros virtuais também oferecem a leitura em voz alta e opção de zoom/contraste.</a:t>
            </a:r>
            <a:endParaRPr lang="pt-BR" sz="26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bda6c-6320-4e92-86fe-569318891f30">
      <Terms xmlns="http://schemas.microsoft.com/office/infopath/2007/PartnerControls"/>
    </lcf76f155ced4ddcb4097134ff3c332f>
    <TaxCatchAll xmlns="42219644-b522-4b37-a9ad-0854aee10e0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27272519147B4A95E0E55CF41446EE" ma:contentTypeVersion="15" ma:contentTypeDescription="Crie um novo documento." ma:contentTypeScope="" ma:versionID="05d63195f86f1df7af423615c59c4d6b">
  <xsd:schema xmlns:xsd="http://www.w3.org/2001/XMLSchema" xmlns:xs="http://www.w3.org/2001/XMLSchema" xmlns:p="http://schemas.microsoft.com/office/2006/metadata/properties" xmlns:ns2="366bda6c-6320-4e92-86fe-569318891f30" xmlns:ns3="42219644-b522-4b37-a9ad-0854aee10e08" targetNamespace="http://schemas.microsoft.com/office/2006/metadata/properties" ma:root="true" ma:fieldsID="bc88c0c7aa727ff568a95c6bf48b846a" ns2:_="" ns3:_="">
    <xsd:import namespace="366bda6c-6320-4e92-86fe-569318891f30"/>
    <xsd:import namespace="42219644-b522-4b37-a9ad-0854aee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bda6c-6320-4e92-86fe-569318891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9644-b522-4b37-a9ad-0854aee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4f4aa9c-7028-4b58-bcf0-071854ab9b7d}" ma:internalName="TaxCatchAll" ma:showField="CatchAllData" ma:web="42219644-b522-4b37-a9ad-0854aee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CE880A-90CE-46F7-8E18-B898E7EACFFD}">
  <ds:schemaRefs>
    <ds:schemaRef ds:uri="366bda6c-6320-4e92-86fe-569318891f30"/>
    <ds:schemaRef ds:uri="369b7b51-a9d5-49bf-ab15-72c3996c3bcd"/>
    <ds:schemaRef ds:uri="42219644-b522-4b37-a9ad-0854aee10e08"/>
    <ds:schemaRef ds:uri="51b513e2-0da3-4afa-8fe5-bb1dfa4fa000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4AEA228-F150-49B7-ADAB-A0989B2773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5FE53A-CBF4-4BB6-808C-30A07BDAA488}">
  <ds:schemaRefs>
    <ds:schemaRef ds:uri="366bda6c-6320-4e92-86fe-569318891f30"/>
    <ds:schemaRef ds:uri="42219644-b522-4b37-a9ad-0854aee10e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</Words>
  <Application>Microsoft Office PowerPoint</Application>
  <PresentationFormat>Papel 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 Fátima José de Macedo</dc:creator>
  <cp:lastModifiedBy>Sandro Ferreira Gonsioroski da Silva</cp:lastModifiedBy>
  <cp:revision>6</cp:revision>
  <dcterms:created xsi:type="dcterms:W3CDTF">2023-06-07T13:17:37Z</dcterms:created>
  <dcterms:modified xsi:type="dcterms:W3CDTF">2023-08-21T21:21:46Z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0x0101004427272519147B4A95E0E55CF41446EE</vt:lpwstr>
  </property>
  <property fmtid="{D5CDD505-2E9C-101B-9397-08002B2CF9AE}" pid="3" name="MediaServiceImageTags">
    <vt:lpwstr/>
  </property>
</Properties>
</file>
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75596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2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80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34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6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3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00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00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83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48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73F0B-8FA2-4041-BE56-2A00720CF87C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877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sites.google.com/view/repositorioestaciosaoluis/est&#225;cio-de-s&#227;o-lu&#237;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A72BB00D-0258-5287-E95E-E4A044A7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090"/>
            <a:ext cx="10691813" cy="5112585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EEE2F0C0-D482-4E27-F36A-30F70696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581" y="4911729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ED6265-FD2B-32EA-60D1-BF0C7490DAD4}"/>
              </a:ext>
            </a:extLst>
          </p:cNvPr>
          <p:cNvSpPr txBox="1"/>
          <p:nvPr/>
        </p:nvSpPr>
        <p:spPr>
          <a:xfrm>
            <a:off x="2278856" y="652094"/>
            <a:ext cx="61341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 smtClean="0">
                <a:ea typeface="Verdana" panose="020B0604030504040204" pitchFamily="34" charset="0"/>
                <a:cs typeface="+mn-lt"/>
              </a:rPr>
              <a:t>REPOSITÓRIO </a:t>
            </a:r>
            <a:r>
              <a:rPr lang="pt-BR" sz="3400" b="1" u="sng" smtClean="0">
                <a:ea typeface="Verdana" panose="020B0604030504040204" pitchFamily="34" charset="0"/>
                <a:cs typeface="+mn-lt"/>
              </a:rPr>
              <a:t>DE </a:t>
            </a:r>
            <a:r>
              <a:rPr lang="pt-BR" sz="3400" b="1" u="sng" smtClean="0">
                <a:ea typeface="Verdana" panose="020B0604030504040204" pitchFamily="34" charset="0"/>
                <a:cs typeface="+mn-lt"/>
              </a:rPr>
              <a:t>TCC </a:t>
            </a:r>
            <a:endParaRPr lang="pt-BR" sz="3400" b="1" u="sng" dirty="0">
              <a:ea typeface="Verdana" panose="020B0604030504040204" pitchFamily="34" charset="0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7F214D-57F5-F299-9419-170E8319624F}"/>
              </a:ext>
            </a:extLst>
          </p:cNvPr>
          <p:cNvSpPr txBox="1"/>
          <p:nvPr/>
        </p:nvSpPr>
        <p:spPr>
          <a:xfrm>
            <a:off x="706056" y="1773646"/>
            <a:ext cx="9641711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600" b="1" dirty="0"/>
              <a:t>Acesse o nosso repositório e consulte os trabalhos de conclusão de curso dos nossos alunos, via QR CODE ou por meio do </a:t>
            </a:r>
            <a:r>
              <a:rPr lang="pt-BR" sz="2600" b="1" u="sng" dirty="0"/>
              <a:t>link  a seguir</a:t>
            </a:r>
            <a:r>
              <a:rPr lang="pt-BR" sz="2600" b="1" u="sng" dirty="0" smtClean="0"/>
              <a:t>:</a:t>
            </a:r>
          </a:p>
          <a:p>
            <a:endParaRPr lang="pt-BR" sz="2600" dirty="0"/>
          </a:p>
          <a:p>
            <a:r>
              <a:rPr lang="pt-BR" sz="2600" b="1" u="sng" dirty="0">
                <a:hlinkClick r:id="rId4"/>
              </a:rPr>
              <a:t>https://</a:t>
            </a:r>
            <a:r>
              <a:rPr lang="pt-BR" sz="2600" b="1" u="sng" dirty="0" smtClean="0">
                <a:hlinkClick r:id="rId4"/>
              </a:rPr>
              <a:t>sites.google.com/view/repositorioestaciosaoluis/estácio-de-são-luís</a:t>
            </a:r>
            <a:endParaRPr lang="pt-BR" sz="2600" b="1" u="sng" dirty="0" smtClean="0"/>
          </a:p>
          <a:p>
            <a:endParaRPr lang="pt-BR" dirty="0"/>
          </a:p>
          <a:p>
            <a:pPr algn="ctr"/>
            <a:endParaRPr lang="pt-BR" sz="4000" b="1" dirty="0" err="1"/>
          </a:p>
        </p:txBody>
      </p:sp>
      <p:pic>
        <p:nvPicPr>
          <p:cNvPr id="8" name="Imagem 7" descr="Código QR&#10;&#10;Descrição gerada automaticamente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547" y="3854777"/>
            <a:ext cx="1404717" cy="1410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9911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31</TotalTime>
  <Words>33</Words>
  <Application>Microsoft Office PowerPoint</Application>
  <PresentationFormat>Personalizar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Pereira</dc:creator>
  <cp:lastModifiedBy>Sandro Ferreira Gonsioroski da Silva</cp:lastModifiedBy>
  <cp:revision>7</cp:revision>
  <cp:lastPrinted>2023-08-21T18:35:59Z</cp:lastPrinted>
  <dcterms:created xsi:type="dcterms:W3CDTF">2023-08-21T18:12:22Z</dcterms:created>
  <dcterms:modified xsi:type="dcterms:W3CDTF">2023-08-22T22:38:01Z</dcterms:modified>
</cp:coreProperties>
</file>
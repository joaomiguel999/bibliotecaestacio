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C3E170-0698-44F8-A7C7-23D53566D359}" authorId="{9A671A82-8F17-BBE2-DFFE-FF51C379EBD2}" created="2023-06-29T22:43:42.3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0866551" sldId="256"/>
      <ac:spMk id="7" creationId="{E8472385-DFE4-8134-E9C8-1C1FBCB286BF}"/>
    </ac:deMkLst>
    <p188:txBody>
      <a:bodyPr/>
      <a:lstStyle/>
      <a:p>
        <a:r>
          <a:rPr lang="pt-BR"/>
          <a:t>Preencher com e-mail da biblioteca. 
Se NÃO oferecer esse serviço, NÃO colocar no mural
Se oferecer esse serviço de modo diferente, ALTERAR.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5021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1" y="7611882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1179171" y="382684"/>
            <a:ext cx="475179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>
                <a:ea typeface="+mn-lt"/>
                <a:cs typeface="+mn-lt"/>
              </a:rPr>
              <a:t>FICHA CATALOGRÁFICA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748301" y="1148574"/>
            <a:ext cx="5637259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/>
              <a:t>DADOS NECESSÁRIOS </a:t>
            </a:r>
            <a:endParaRPr lang="pt-BR" sz="2400" b="1" dirty="0" smtClean="0"/>
          </a:p>
          <a:p>
            <a:r>
              <a:rPr lang="pt-BR" sz="2400" b="1" dirty="0"/>
              <a:t> 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Nome completo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Título e subtítulo do TCC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Nome do curso</a:t>
            </a:r>
            <a:endParaRPr lang="pt-BR" sz="24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400" b="1" dirty="0"/>
              <a:t>Número de páginas (Nº da última página numerada)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Ano de conclusão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Resumo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Palavras-chave</a:t>
            </a:r>
            <a:endParaRPr lang="pt-BR" sz="2400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pt-BR" sz="2400" b="1" dirty="0"/>
              <a:t>Sumário</a:t>
            </a:r>
            <a:endParaRPr lang="pt-BR" sz="2400" dirty="0"/>
          </a:p>
          <a:p>
            <a:r>
              <a:rPr lang="pt-BR" sz="2400" b="1" dirty="0"/>
              <a:t> </a:t>
            </a:r>
            <a:endParaRPr lang="pt-BR" sz="2400" dirty="0"/>
          </a:p>
          <a:p>
            <a:pPr algn="just"/>
            <a:r>
              <a:rPr lang="pt-BR" sz="2400" b="1" dirty="0"/>
              <a:t>A ficha catalográfica será encaminhada para seu e-mail em até 2 (dois) dias úteis. </a:t>
            </a:r>
            <a:endParaRPr lang="pt-BR" sz="2400" dirty="0"/>
          </a:p>
          <a:p>
            <a:r>
              <a:rPr lang="pt-BR" sz="2400" b="1" dirty="0"/>
              <a:t> </a:t>
            </a:r>
            <a:endParaRPr lang="pt-BR" sz="2400" dirty="0"/>
          </a:p>
          <a:p>
            <a:pPr algn="just"/>
            <a:r>
              <a:rPr lang="pt-BR" sz="2400" b="1" dirty="0"/>
              <a:t>Maiores informações no balcão de atendimento ou com o bibliotecário.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CE880A-90CE-46F7-8E18-B898E7EACFFD}">
  <ds:schemaRefs>
    <ds:schemaRef ds:uri="42219644-b522-4b37-a9ad-0854aee10e08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366bda6c-6320-4e92-86fe-569318891f3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2A7B5D-1C57-43C0-9CC4-FCD0E6CF5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61</Words>
  <Application>Microsoft Office PowerPoint</Application>
  <PresentationFormat>Papel A4 (210 x 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61</cp:revision>
  <cp:lastPrinted>2023-08-21T20:09:33Z</cp:lastPrinted>
  <dcterms:created xsi:type="dcterms:W3CDTF">2023-06-07T13:17:37Z</dcterms:created>
  <dcterms:modified xsi:type="dcterms:W3CDTF">2023-08-21T21:15:12Z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</Properties>
</file>
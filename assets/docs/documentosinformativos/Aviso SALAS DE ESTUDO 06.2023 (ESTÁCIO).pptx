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83C72577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671A82-8F17-BBE2-DFFE-FF51C379EBD2}" name="Rosangela Fátima José de Macedo" initials="RFJdM" userId="S::rosangela.macedo@yduqs.com.br::73f31e72-6bcc-45cf-ae26-031e5934127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83C725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1D17AC-F1FB-46F0-AEF2-1497141D97FE}" authorId="{9A671A82-8F17-BBE2-DFFE-FF51C379EBD2}" created="2023-06-30T15:43:21.4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0866551" sldId="256"/>
      <ac:spMk id="7" creationId="{E8472385-DFE4-8134-E9C8-1C1FBCB286BF}"/>
    </ac:deMkLst>
    <p188:txBody>
      <a:bodyPr/>
      <a:lstStyle/>
      <a:p>
        <a:r>
          <a:rPr lang="pt-BR"/>
          <a:t>Bibliotecas que FAZEM reserva das salas de estudo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18/10/relationships/comments" Target="../comments/modernComment_100_83C72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01" y="7116582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548641" y="450882"/>
            <a:ext cx="589788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400" b="1" u="sng" dirty="0">
                <a:ea typeface="+mn-lt"/>
                <a:cs typeface="+mn-lt"/>
              </a:rPr>
              <a:t>SALAS DE </a:t>
            </a:r>
            <a:r>
              <a:rPr lang="pt-BR" sz="3400" b="1" u="sng" dirty="0" smtClean="0">
                <a:ea typeface="+mn-lt"/>
                <a:cs typeface="+mn-lt"/>
              </a:rPr>
              <a:t>ESTUDO EM </a:t>
            </a:r>
            <a:r>
              <a:rPr lang="pt-BR" sz="3400" b="1" u="sng" dirty="0">
                <a:ea typeface="+mn-lt"/>
                <a:cs typeface="+mn-lt"/>
              </a:rPr>
              <a:t>GRUPO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548641" y="1642993"/>
            <a:ext cx="5897879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361950" algn="just"/>
            <a:r>
              <a:rPr lang="pt-BR" sz="2600" b="1" dirty="0">
                <a:ea typeface="+mn-lt"/>
                <a:cs typeface="+mn-lt"/>
              </a:rPr>
              <a:t>As salas de estudos podem ser reservadas somente por alunos.</a:t>
            </a:r>
          </a:p>
          <a:p>
            <a:pPr indent="361950" algn="just"/>
            <a:endParaRPr lang="pt-BR" sz="2600" b="1" dirty="0">
              <a:ea typeface="+mn-lt"/>
              <a:cs typeface="+mn-lt"/>
            </a:endParaRPr>
          </a:p>
          <a:p>
            <a:pPr indent="361950" algn="just"/>
            <a:r>
              <a:rPr lang="pt-BR" sz="2600" b="1" dirty="0">
                <a:ea typeface="+mn-lt"/>
                <a:cs typeface="+mn-lt"/>
              </a:rPr>
              <a:t>Só é permitido para grupos a partir de três pessoas.</a:t>
            </a:r>
          </a:p>
          <a:p>
            <a:pPr indent="361950" algn="just"/>
            <a:endParaRPr lang="pt-BR" sz="2600" b="1" dirty="0">
              <a:ea typeface="+mn-lt"/>
              <a:cs typeface="+mn-lt"/>
            </a:endParaRPr>
          </a:p>
          <a:p>
            <a:pPr indent="361950" algn="just"/>
            <a:r>
              <a:rPr lang="pt-BR" sz="2600" b="1" dirty="0">
                <a:ea typeface="+mn-lt"/>
                <a:cs typeface="+mn-lt"/>
              </a:rPr>
              <a:t>Cada grupo pode reservar a sala pelo período, máximo, de duas (2) horas, podendo continuar na mesma se não houver outra reserva.</a:t>
            </a:r>
          </a:p>
          <a:p>
            <a:pPr algn="ctr"/>
            <a:endParaRPr lang="pt-BR" sz="2600" b="1" dirty="0">
              <a:ea typeface="+mn-lt"/>
              <a:cs typeface="+mn-lt"/>
            </a:endParaRPr>
          </a:p>
          <a:p>
            <a:pPr indent="441325" algn="just"/>
            <a:r>
              <a:rPr lang="pt-BR" sz="2600" b="1" dirty="0">
                <a:ea typeface="+mn-lt"/>
                <a:cs typeface="+mn-lt"/>
              </a:rPr>
              <a:t>Maiores informações no </a:t>
            </a:r>
            <a:r>
              <a:rPr lang="pt-BR" sz="2600" b="1" dirty="0" smtClean="0">
                <a:ea typeface="+mn-lt"/>
                <a:cs typeface="+mn-lt"/>
              </a:rPr>
              <a:t>balcão </a:t>
            </a:r>
            <a:r>
              <a:rPr lang="pt-BR" sz="2600" b="1" smtClean="0">
                <a:ea typeface="+mn-lt"/>
                <a:cs typeface="+mn-lt"/>
              </a:rPr>
              <a:t>de atendimento.</a:t>
            </a:r>
            <a:endParaRPr lang="pt-BR" sz="2600" b="1" dirty="0">
              <a:ea typeface="+mn-lt"/>
              <a:cs typeface="+mn-lt"/>
            </a:endParaRPr>
          </a:p>
          <a:p>
            <a:pPr algn="ctr"/>
            <a:endParaRPr lang="pt-BR" sz="2400" b="1" dirty="0">
              <a:latin typeface="Montserra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p:extLst mod="1">
    <p:ext uri="{6950BFC3-D8DA-4A85-94F7-54DA5524770B}">
      <p188:commentRel xmlns:p188="http://schemas.microsoft.com/office/powerpoint/2018/8/main" xmlns="" r:id="rId4"/>
    </p:ext>
  </p:extLs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CE880A-90CE-46F7-8E18-B898E7EACFFD}">
  <ds:schemaRefs>
    <ds:schemaRef ds:uri="http://schemas.microsoft.com/office/2006/metadata/properties"/>
    <ds:schemaRef ds:uri="http://schemas.microsoft.com/office/infopath/2007/PartnerControls"/>
    <ds:schemaRef ds:uri="369b7b51-a9d5-49bf-ab15-72c3996c3bcd"/>
    <ds:schemaRef ds:uri="51b513e2-0da3-4afa-8fe5-bb1dfa4fa000"/>
    <ds:schemaRef ds:uri="366bda6c-6320-4e92-86fe-569318891f30"/>
    <ds:schemaRef ds:uri="42219644-b522-4b37-a9ad-0854aee10e08"/>
  </ds:schemaRefs>
</ds:datastoreItem>
</file>

<file path=customXml/itemProps3.xml><?xml version="1.0" encoding="utf-8"?>
<ds:datastoreItem xmlns:ds="http://schemas.openxmlformats.org/officeDocument/2006/customXml" ds:itemID="{2FC3BE98-A36C-4795-A914-DDF58190C4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62</Words>
  <Application>Microsoft Office PowerPoint</Application>
  <PresentationFormat>Papel A4 (210 x 297 mm)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61</cp:revision>
  <dcterms:created xsi:type="dcterms:W3CDTF">2023-06-07T13:17:37Z</dcterms:created>
  <dcterms:modified xsi:type="dcterms:W3CDTF">2023-08-21T21:23:10Z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</Properties>
</file>
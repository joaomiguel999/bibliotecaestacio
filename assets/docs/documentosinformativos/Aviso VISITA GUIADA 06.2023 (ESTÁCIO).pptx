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omments/modernComment_100_83C72577.xml" ContentType="application/vnd.ms-powerpoint.comments+xml"/>
  <Override PartName="/ppt/authors.xml" ContentType="application/vnd.ms-powerpoint.author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6858000" cy="9906000" type="A4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A671A82-8F17-BBE2-DFFE-FF51C379EBD2}" name="Rosangela Fátima José de Macedo" initials="RFJdM" userId="S::rosangela.macedo@yduqs.com.br::73f31e72-6bcc-45cf-ae26-031e5934127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57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B95B60-BA46-4F01-8B56-3A551C457DB5}" v="1" dt="2023-06-29T21:00:43.3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24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omments/modernComment_100_83C7257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512BD69-143A-42D9-9F41-BF38E1EC8A2A}" authorId="{9A671A82-8F17-BBE2-DFFE-FF51C379EBD2}" created="2023-07-10T19:24:05.002">
    <pc:sldMkLst xmlns:pc="http://schemas.microsoft.com/office/powerpoint/2013/main/command">
      <pc:docMk/>
      <pc:sldMk cId="2210866551" sldId="256"/>
    </pc:sldMkLst>
    <p188:txBody>
      <a:bodyPr/>
      <a:lstStyle/>
      <a:p>
        <a:r>
          <a:rPr lang="pt-BR"/>
          <a:t>Altere as informações caso necessário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18/10/relationships/comments" Target="../comments/modernComment_100_83C725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>
            <a:extLst>
              <a:ext uri="{FF2B5EF4-FFF2-40B4-BE49-F238E27FC236}">
                <a16:creationId xmlns:a16="http://schemas.microsoft.com/office/drawing/2014/main" id="{C8F24B22-BF4F-6E0C-1867-08F052BF4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69" y="6621272"/>
            <a:ext cx="6861424" cy="3280979"/>
          </a:xfrm>
          <a:prstGeom prst="rect">
            <a:avLst/>
          </a:prstGeom>
        </p:spPr>
      </p:pic>
      <p:pic>
        <p:nvPicPr>
          <p:cNvPr id="5" name="Imagem 5" descr="Texto&#10;&#10;Descrição gerada automaticamente">
            <a:extLst>
              <a:ext uri="{FF2B5EF4-FFF2-40B4-BE49-F238E27FC236}">
                <a16:creationId xmlns:a16="http://schemas.microsoft.com/office/drawing/2014/main" id="{F79AFE30-1F27-FDCD-42AA-A54F6C3FD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451" y="7591964"/>
            <a:ext cx="1544550" cy="43319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D69A18E-D766-35AC-D006-0A8D9EBA66E9}"/>
              </a:ext>
            </a:extLst>
          </p:cNvPr>
          <p:cNvSpPr txBox="1"/>
          <p:nvPr/>
        </p:nvSpPr>
        <p:spPr>
          <a:xfrm>
            <a:off x="1101261" y="542818"/>
            <a:ext cx="4751797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400" b="1" u="sng" dirty="0">
                <a:ea typeface="+mn-lt"/>
                <a:cs typeface="+mn-lt"/>
              </a:rPr>
              <a:t>VISITA GUIADA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8472385-DFE4-8134-E9C8-1C1FBCB286BF}"/>
              </a:ext>
            </a:extLst>
          </p:cNvPr>
          <p:cNvSpPr txBox="1"/>
          <p:nvPr/>
        </p:nvSpPr>
        <p:spPr>
          <a:xfrm>
            <a:off x="523018" y="1522974"/>
            <a:ext cx="5810249" cy="62093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500" b="1" dirty="0">
                <a:ea typeface="+mn-lt"/>
                <a:cs typeface="+mn-lt"/>
              </a:rPr>
              <a:t>A Biblioteca realiza visita guiada, para apresentar os espaços, serviços, produtos, funcionamento e regras de utilização. </a:t>
            </a:r>
          </a:p>
          <a:p>
            <a:pPr algn="just">
              <a:lnSpc>
                <a:spcPct val="150000"/>
              </a:lnSpc>
            </a:pPr>
            <a:endParaRPr lang="pt-BR" sz="1500" b="1" dirty="0">
              <a:ea typeface="+mn-lt"/>
              <a:cs typeface="+mn-lt"/>
            </a:endParaRPr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r>
              <a:rPr lang="pt-BR" sz="2500" b="1" dirty="0"/>
              <a:t>A visita precisa ser </a:t>
            </a:r>
            <a:r>
              <a:rPr lang="pt-BR" sz="2500" b="1" dirty="0" smtClean="0"/>
              <a:t>agendada</a:t>
            </a:r>
            <a:endParaRPr lang="pt-BR" sz="2500" dirty="0"/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r>
              <a:rPr lang="pt-BR" sz="2500" b="1" dirty="0"/>
              <a:t>Grupos de no mínimo 3 (três) e no máximo 30 (trinta) alunos;</a:t>
            </a:r>
            <a:endParaRPr lang="pt-BR" sz="2500" dirty="0"/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r>
              <a:rPr lang="pt-BR" sz="2500" b="1" dirty="0"/>
              <a:t>A visita pode ser realizada de 2ª a 6ª feira, das 8h às 19h; </a:t>
            </a:r>
            <a:endParaRPr lang="pt-BR" sz="2500" dirty="0"/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r>
              <a:rPr lang="pt-BR" sz="2500" b="1" dirty="0"/>
              <a:t>Em caso de cancelamento, avisar com antecedência de, no mínimo, 2 horas;</a:t>
            </a:r>
            <a:endParaRPr lang="pt-BR" sz="2500" dirty="0"/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r>
              <a:rPr lang="pt-BR" sz="2500" b="1" dirty="0"/>
              <a:t>Não é permitido falar no celular ou comer dentro da biblioteca.</a:t>
            </a:r>
            <a:endParaRPr lang="pt-BR" sz="2500" dirty="0"/>
          </a:p>
          <a:p>
            <a:pPr algn="ctr">
              <a:lnSpc>
                <a:spcPct val="150000"/>
              </a:lnSpc>
            </a:pPr>
            <a:endParaRPr lang="pt-BR" sz="1500" b="1" dirty="0" smtClean="0">
              <a:ea typeface="+mn-lt"/>
              <a:cs typeface="+mn-lt"/>
            </a:endParaRPr>
          </a:p>
          <a:p>
            <a:pPr algn="ctr">
              <a:lnSpc>
                <a:spcPct val="150000"/>
              </a:lnSpc>
            </a:pPr>
            <a:r>
              <a:rPr lang="pt-BR" sz="2500" b="1" dirty="0" smtClean="0">
                <a:ea typeface="+mn-lt"/>
                <a:cs typeface="+mn-lt"/>
              </a:rPr>
              <a:t>Solicite </a:t>
            </a:r>
            <a:r>
              <a:rPr lang="pt-BR" sz="2500" b="1" dirty="0">
                <a:ea typeface="+mn-lt"/>
                <a:cs typeface="+mn-lt"/>
              </a:rPr>
              <a:t>mais informações no balcão.</a:t>
            </a:r>
            <a:endParaRPr lang="pt-BR" sz="2500" dirty="0"/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  <p:extLst mod="1">
    <p:ext uri="{6950BFC3-D8DA-4A85-94F7-54DA5524770B}">
      <p188:commentRel xmlns="" xmlns:p188="http://schemas.microsoft.com/office/powerpoint/2018/8/main" r:id="rId4"/>
    </p:ext>
  </p:extLst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427272519147B4A95E0E55CF41446EE" ma:contentTypeVersion="15" ma:contentTypeDescription="Crie um novo documento." ma:contentTypeScope="" ma:versionID="05d63195f86f1df7af423615c59c4d6b">
  <xsd:schema xmlns:xsd="http://www.w3.org/2001/XMLSchema" xmlns:xs="http://www.w3.org/2001/XMLSchema" xmlns:p="http://schemas.microsoft.com/office/2006/metadata/properties" xmlns:ns2="366bda6c-6320-4e92-86fe-569318891f30" xmlns:ns3="42219644-b522-4b37-a9ad-0854aee10e08" targetNamespace="http://schemas.microsoft.com/office/2006/metadata/properties" ma:root="true" ma:fieldsID="bc88c0c7aa727ff568a95c6bf48b846a" ns2:_="" ns3:_="">
    <xsd:import namespace="366bda6c-6320-4e92-86fe-569318891f30"/>
    <xsd:import namespace="42219644-b522-4b37-a9ad-0854aee10e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6bda6c-6320-4e92-86fe-569318891f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a0cc33bb-f423-4bc4-9547-323bb343d7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219644-b522-4b37-a9ad-0854aee10e08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04f4aa9c-7028-4b58-bcf0-071854ab9b7d}" ma:internalName="TaxCatchAll" ma:showField="CatchAllData" ma:web="42219644-b522-4b37-a9ad-0854aee10e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6bda6c-6320-4e92-86fe-569318891f30">
      <Terms xmlns="http://schemas.microsoft.com/office/infopath/2007/PartnerControls"/>
    </lcf76f155ced4ddcb4097134ff3c332f>
    <TaxCatchAll xmlns="42219644-b522-4b37-a9ad-0854aee10e08" xsi:nil="true"/>
  </documentManagement>
</p:properties>
</file>

<file path=customXml/itemProps1.xml><?xml version="1.0" encoding="utf-8"?>
<ds:datastoreItem xmlns:ds="http://schemas.openxmlformats.org/officeDocument/2006/customXml" ds:itemID="{2FA0D58C-8A2B-459C-977F-7F5103474E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6bda6c-6320-4e92-86fe-569318891f30"/>
    <ds:schemaRef ds:uri="42219644-b522-4b37-a9ad-0854aee10e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AEA228-F150-49B7-ADAB-A0989B2773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CE880A-90CE-46F7-8E18-B898E7EACFFD}">
  <ds:schemaRefs>
    <ds:schemaRef ds:uri="http://schemas.microsoft.com/office/2006/metadata/properties"/>
    <ds:schemaRef ds:uri="http://schemas.microsoft.com/office/infopath/2007/PartnerControls"/>
    <ds:schemaRef ds:uri="369b7b51-a9d5-49bf-ab15-72c3996c3bcd"/>
    <ds:schemaRef ds:uri="51b513e2-0da3-4afa-8fe5-bb1dfa4fa000"/>
    <ds:schemaRef ds:uri="366bda6c-6320-4e92-86fe-569318891f30"/>
    <ds:schemaRef ds:uri="42219644-b522-4b37-a9ad-0854aee10e0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95</Words>
  <Application>Microsoft Office PowerPoint</Application>
  <PresentationFormat>Papel A4 (210 x 297 mm)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Rosangela Fátima José de Macedo</dc:creator>
  <cp:lastModifiedBy>Sandro Ferreira Gonsioroski da Silva</cp:lastModifiedBy>
  <cp:revision>60</cp:revision>
  <dcterms:created xsi:type="dcterms:W3CDTF">2023-06-07T13:17:37Z</dcterms:created>
  <dcterms:modified xsi:type="dcterms:W3CDTF">2023-08-21T21:05:38Z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0x0101004427272519147B4A95E0E55CF41446EE</vt:lpwstr>
  </property>
</Properties>
</file>
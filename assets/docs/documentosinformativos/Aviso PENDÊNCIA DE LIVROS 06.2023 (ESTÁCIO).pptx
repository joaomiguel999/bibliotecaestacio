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3A425-3AE0-47AD-A6A6-0E3823ACAC75}" v="1" dt="2023-07-10T20:50:35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42DF2A-266D-4AF7-8F59-A4F848006FAB}" authorId="{9A671A82-8F17-BBE2-DFFE-FF51C379EBD2}" created="2023-07-10T20:53:21.387">
    <pc:sldMkLst xmlns:pc="http://schemas.microsoft.com/office/powerpoint/2013/main/command">
      <pc:docMk/>
      <pc:sldMk cId="2210866551" sldId="256"/>
    </pc:sldMkLst>
    <p188:txBody>
      <a:bodyPr/>
      <a:lstStyle/>
      <a:p>
        <a:r>
          <a:rPr lang="pt-BR"/>
          <a:t>Fundo branco é o modelo padronizado 1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01" y="7530723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052240" y="706999"/>
            <a:ext cx="475179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 smtClean="0">
                <a:ea typeface="+mn-lt"/>
                <a:cs typeface="+mn-lt"/>
              </a:rPr>
              <a:t>PENDÊNCIA DE LIVROS</a:t>
            </a:r>
            <a:endParaRPr lang="pt-BR" sz="3400" b="1" u="sng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42064" y="1777278"/>
            <a:ext cx="5772150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61950" algn="just"/>
            <a:r>
              <a:rPr lang="pt-BR" sz="2600" b="1" dirty="0"/>
              <a:t>Livros emprestados com datas já vencidas devem ser devolvidos ao acervo da biblioteca para que a </a:t>
            </a:r>
            <a:r>
              <a:rPr lang="pt-BR" sz="2600" b="1" u="sng" dirty="0">
                <a:solidFill>
                  <a:srgbClr val="FF0000"/>
                </a:solidFill>
              </a:rPr>
              <a:t>penalidade</a:t>
            </a:r>
            <a:r>
              <a:rPr lang="pt-BR" sz="2600" b="1" dirty="0">
                <a:solidFill>
                  <a:srgbClr val="FF0000"/>
                </a:solidFill>
              </a:rPr>
              <a:t> </a:t>
            </a:r>
            <a:r>
              <a:rPr lang="pt-BR" sz="2600" b="1" dirty="0"/>
              <a:t>não prejudique sua vida acadêmica na IES. (avaliações, colação de grau e transferência externa).</a:t>
            </a:r>
            <a:endParaRPr lang="pt-BR" sz="2600" dirty="0"/>
          </a:p>
          <a:p>
            <a:pPr indent="361950" algn="just">
              <a:lnSpc>
                <a:spcPct val="150000"/>
              </a:lnSpc>
            </a:pPr>
            <a:endParaRPr lang="pt-BR" sz="2800" b="1" dirty="0">
              <a:ea typeface="+mn-lt"/>
              <a:cs typeface="+mn-lt"/>
            </a:endParaRPr>
          </a:p>
          <a:p>
            <a:pPr indent="361950" algn="just"/>
            <a:r>
              <a:rPr lang="pt-BR" sz="2800" b="1" dirty="0">
                <a:ea typeface="+mn-lt"/>
                <a:cs typeface="+mn-lt"/>
              </a:rPr>
              <a:t>Maiores informações no </a:t>
            </a:r>
            <a:r>
              <a:rPr lang="pt-BR" sz="2800" b="1" dirty="0" smtClean="0">
                <a:ea typeface="+mn-lt"/>
                <a:cs typeface="+mn-lt"/>
              </a:rPr>
              <a:t>balcão de atendimento.</a:t>
            </a:r>
            <a:endParaRPr lang="pt-BR" sz="2800" b="1" dirty="0">
              <a:ea typeface="+mn-lt"/>
              <a:cs typeface="+mn-lt"/>
            </a:endParaRPr>
          </a:p>
          <a:p>
            <a:pPr algn="ctr"/>
            <a:endParaRPr lang="pt-BR" sz="2400" b="1" dirty="0">
              <a:latin typeface="Montserra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Props1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8FEF7-4CC1-4D14-AA84-76A06518C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369b7b51-a9d5-49bf-ab15-72c3996c3bcd"/>
    <ds:schemaRef ds:uri="51b513e2-0da3-4afa-8fe5-bb1dfa4fa000"/>
    <ds:schemaRef ds:uri="366bda6c-6320-4e92-86fe-569318891f30"/>
    <ds:schemaRef ds:uri="42219644-b522-4b37-a9ad-0854aee10e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45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59</cp:revision>
  <dcterms:created xsi:type="dcterms:W3CDTF">2023-06-07T13:17:37Z</dcterms:created>
  <dcterms:modified xsi:type="dcterms:W3CDTF">2023-08-21T21:25:54Z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
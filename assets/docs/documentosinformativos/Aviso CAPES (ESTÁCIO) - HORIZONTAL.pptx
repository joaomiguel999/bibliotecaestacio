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691813" cy="755967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82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76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80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34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6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3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00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00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83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48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73F0B-8FA2-4041-BE56-2A00720CF87C}" type="datetimeFigureOut">
              <a:rPr lang="pt-BR" smtClean="0"/>
              <a:t>25/08/2023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383FA-A43D-4830-8BC6-34FE2A6CA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877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A72BB00D-0258-5287-E95E-E4A044A7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090"/>
            <a:ext cx="10691813" cy="5112585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EEE2F0C0-D482-4E27-F36A-30F70696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581" y="4911729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ED6265-FD2B-32EA-60D1-BF0C7490DAD4}"/>
              </a:ext>
            </a:extLst>
          </p:cNvPr>
          <p:cNvSpPr txBox="1"/>
          <p:nvPr/>
        </p:nvSpPr>
        <p:spPr>
          <a:xfrm>
            <a:off x="2278856" y="652094"/>
            <a:ext cx="61341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 u="sng" dirty="0" smtClean="0">
                <a:ea typeface="Verdana" panose="020B0604030504040204" pitchFamily="34" charset="0"/>
                <a:cs typeface="+mn-lt"/>
              </a:rPr>
              <a:t>PERIÓDICOS CAPES</a:t>
            </a:r>
            <a:endParaRPr lang="pt-BR" sz="3200" b="1" u="sng" dirty="0">
              <a:ea typeface="Verdana" panose="020B0604030504040204" pitchFamily="34" charset="0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7F214D-57F5-F299-9419-170E8319624F}"/>
              </a:ext>
            </a:extLst>
          </p:cNvPr>
          <p:cNvSpPr txBox="1"/>
          <p:nvPr/>
        </p:nvSpPr>
        <p:spPr>
          <a:xfrm>
            <a:off x="730440" y="1554190"/>
            <a:ext cx="964171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361950" algn="just"/>
            <a:r>
              <a:rPr lang="pt-BR" sz="2700" b="1" dirty="0">
                <a:ea typeface="+mn-lt"/>
                <a:cs typeface="+mn-lt"/>
              </a:rPr>
              <a:t>A CAPES disponibiliza diversas Bases de Dados com artigos de periódicos na íntegra. </a:t>
            </a:r>
          </a:p>
          <a:p>
            <a:pPr algn="just"/>
            <a:endParaRPr lang="pt-BR" sz="2700" b="1" dirty="0">
              <a:ea typeface="+mn-lt"/>
              <a:cs typeface="+mn-lt"/>
            </a:endParaRPr>
          </a:p>
          <a:p>
            <a:pPr algn="just"/>
            <a:r>
              <a:rPr lang="pt-BR" sz="2700" b="1" dirty="0">
                <a:ea typeface="+mn-lt"/>
                <a:cs typeface="+mn-lt"/>
              </a:rPr>
              <a:t>Acesse:</a:t>
            </a:r>
          </a:p>
          <a:p>
            <a:pPr algn="just"/>
            <a:endParaRPr lang="pt-BR" sz="2700" b="1" dirty="0">
              <a:ea typeface="+mn-lt"/>
              <a:cs typeface="+mn-lt"/>
            </a:endParaRPr>
          </a:p>
          <a:p>
            <a:pPr algn="just"/>
            <a:r>
              <a:rPr lang="pt-BR" sz="2700" b="1" dirty="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</a:rPr>
              <a:t>http://novo.periodicos.capes.gov.br/</a:t>
            </a:r>
          </a:p>
        </p:txBody>
      </p:sp>
    </p:spTree>
    <p:extLst>
      <p:ext uri="{BB962C8B-B14F-4D97-AF65-F5344CB8AC3E}">
        <p14:creationId xmlns:p14="http://schemas.microsoft.com/office/powerpoint/2010/main" val="3569911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</TotalTime>
  <Words>22</Words>
  <Application>Microsoft Office PowerPoint</Application>
  <PresentationFormat>Personalizar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Pereira</dc:creator>
  <cp:lastModifiedBy>Sandro Ferreira Gonsioroski da Silva</cp:lastModifiedBy>
  <cp:revision>7</cp:revision>
  <cp:lastPrinted>2023-08-21T18:35:59Z</cp:lastPrinted>
  <dcterms:created xsi:type="dcterms:W3CDTF">2023-08-21T18:12:22Z</dcterms:created>
  <dcterms:modified xsi:type="dcterms:W3CDTF">2023-08-25T17:30:28Z</dcterms:modified>
</cp:coreProperties>
</file>
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691813" cy="7559675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3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1820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376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807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8349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961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2369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5001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3007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3830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550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482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73F0B-8FA2-4041-BE56-2A00720CF87C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8778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A72BB00D-0258-5287-E95E-E4A044A72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7090"/>
            <a:ext cx="10691813" cy="5112585"/>
          </a:xfrm>
          <a:prstGeom prst="rect">
            <a:avLst/>
          </a:prstGeom>
        </p:spPr>
      </p:pic>
      <p:pic>
        <p:nvPicPr>
          <p:cNvPr id="5" name="Imagem 5" descr="Texto&#10;&#10;Descrição gerada automaticamente">
            <a:extLst>
              <a:ext uri="{FF2B5EF4-FFF2-40B4-BE49-F238E27FC236}">
                <a16:creationId xmlns:a16="http://schemas.microsoft.com/office/drawing/2014/main" id="{EEE2F0C0-D482-4E27-F36A-30F706963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581" y="4911729"/>
            <a:ext cx="1544550" cy="43319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EED6265-FD2B-32EA-60D1-BF0C7490DAD4}"/>
              </a:ext>
            </a:extLst>
          </p:cNvPr>
          <p:cNvSpPr txBox="1"/>
          <p:nvPr/>
        </p:nvSpPr>
        <p:spPr>
          <a:xfrm>
            <a:off x="2278856" y="652094"/>
            <a:ext cx="61341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 b="1" u="sng" dirty="0" smtClean="0">
                <a:ea typeface="Verdana" panose="020B0604030504040204" pitchFamily="34" charset="0"/>
                <a:cs typeface="+mn-lt"/>
              </a:rPr>
              <a:t>REDE WI-FI</a:t>
            </a:r>
            <a:endParaRPr lang="pt-BR" sz="4000" b="1" u="sng" dirty="0">
              <a:ea typeface="Verdana" panose="020B0604030504040204" pitchFamily="34" charset="0"/>
              <a:cs typeface="+mn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7F214D-57F5-F299-9419-170E8319624F}"/>
              </a:ext>
            </a:extLst>
          </p:cNvPr>
          <p:cNvSpPr txBox="1"/>
          <p:nvPr/>
        </p:nvSpPr>
        <p:spPr>
          <a:xfrm>
            <a:off x="706056" y="1773646"/>
            <a:ext cx="9641711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 b="1" dirty="0" err="1"/>
              <a:t>Login</a:t>
            </a:r>
            <a:r>
              <a:rPr lang="pt-BR" sz="4000" b="1" dirty="0"/>
              <a:t>: </a:t>
            </a:r>
            <a:r>
              <a:rPr lang="pt-BR" sz="4000" b="1" dirty="0" err="1">
                <a:solidFill>
                  <a:schemeClr val="accent1">
                    <a:lumMod val="75000"/>
                  </a:schemeClr>
                </a:solidFill>
              </a:rPr>
              <a:t>Estacio</a:t>
            </a:r>
            <a:r>
              <a:rPr lang="pt-BR" sz="4000" b="1" dirty="0">
                <a:solidFill>
                  <a:schemeClr val="accent1">
                    <a:lumMod val="75000"/>
                  </a:schemeClr>
                </a:solidFill>
              </a:rPr>
              <a:t> Visitante</a:t>
            </a:r>
            <a:endParaRPr lang="pt-BR" sz="40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pt-BR" sz="4000" b="1" dirty="0"/>
              <a:t> </a:t>
            </a:r>
            <a:endParaRPr lang="pt-BR" sz="4000" dirty="0"/>
          </a:p>
          <a:p>
            <a:pPr algn="ctr"/>
            <a:r>
              <a:rPr lang="pt-BR" sz="4000" b="1" dirty="0"/>
              <a:t>Senha: </a:t>
            </a:r>
            <a:r>
              <a:rPr lang="pt-BR" sz="4000" b="1" dirty="0">
                <a:solidFill>
                  <a:schemeClr val="accent1">
                    <a:lumMod val="75000"/>
                  </a:schemeClr>
                </a:solidFill>
              </a:rPr>
              <a:t>estacio@2014</a:t>
            </a:r>
            <a:endParaRPr lang="pt-BR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9113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28</TotalTime>
  <Words>10</Words>
  <Application>Microsoft Office PowerPoint</Application>
  <PresentationFormat>Personalizar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Verdana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Pereira</dc:creator>
  <cp:lastModifiedBy>Sandro Ferreira Gonsioroski da Silva</cp:lastModifiedBy>
  <cp:revision>5</cp:revision>
  <cp:lastPrinted>2023-08-21T18:35:59Z</cp:lastPrinted>
  <dcterms:created xsi:type="dcterms:W3CDTF">2023-08-21T18:12:22Z</dcterms:created>
  <dcterms:modified xsi:type="dcterms:W3CDTF">2023-08-21T21:24:39Z</dcterms:modified>
</cp:coreProperties>
</file>